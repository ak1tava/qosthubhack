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436ab53546468c" /><Relationship Type="http://schemas.openxmlformats.org/officeDocument/2006/relationships/extended-properties" Target="/docProps/app.xml" Id="R475368c1629e4fe3" /><Relationship Type="http://schemas.openxmlformats.org/officeDocument/2006/relationships/officeDocument" Target="/ppt/presentation.xml" Id="R120ea4973daf40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38b21ab01445a"/>
  </p:sldMasterIdLst>
  <p:notesMasterIdLst>
    <p:notesMasterId xmlns:r="http://schemas.openxmlformats.org/officeDocument/2006/relationships" r:id="R8ee9a4b900884a02"/>
  </p:notesMasterIdLst>
  <p:sldIdLst>
    <p:sldId xmlns:r="http://schemas.openxmlformats.org/officeDocument/2006/relationships" id="256" r:id="Reb4a308493b74886"/>
    <p:sldId xmlns:r="http://schemas.openxmlformats.org/officeDocument/2006/relationships" id="257" r:id="Re759d5accd47450b"/>
    <p:sldId xmlns:r="http://schemas.openxmlformats.org/officeDocument/2006/relationships" id="258" r:id="R1cfc8bbc469449ed"/>
    <p:sldId xmlns:r="http://schemas.openxmlformats.org/officeDocument/2006/relationships" id="259" r:id="R09f5fca884f143e5"/>
    <p:sldId xmlns:r="http://schemas.openxmlformats.org/officeDocument/2006/relationships" id="260" r:id="Rfb28452e1d594b64"/>
    <p:sldId xmlns:r="http://schemas.openxmlformats.org/officeDocument/2006/relationships" id="261" r:id="Rc685097e94bb4428"/>
    <p:sldId xmlns:r="http://schemas.openxmlformats.org/officeDocument/2006/relationships" id="262" r:id="Rc6ae8e1fafa04cd3"/>
    <p:sldId xmlns:r="http://schemas.openxmlformats.org/officeDocument/2006/relationships" id="263" r:id="R355d99cbab714f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c4e7f3f44d47d0" /><Relationship Type="http://schemas.openxmlformats.org/officeDocument/2006/relationships/slideMaster" Target="/ppt/slideMasters/slideMaster1.xml" Id="R81c38b21ab01445a" /><Relationship Type="http://schemas.openxmlformats.org/officeDocument/2006/relationships/notesMaster" Target="/ppt/notesMasters/notesMaster1.xml" Id="R8ee9a4b900884a02" /><Relationship Type="http://schemas.openxmlformats.org/officeDocument/2006/relationships/presProps" Target="/ppt/presProps.xml" Id="Ra1624167f760446b" /><Relationship Type="http://schemas.openxmlformats.org/officeDocument/2006/relationships/tableStyles" Target="/ppt/tableStyles.xml" Id="R77e211d4733f4835" /><Relationship Type="http://schemas.openxmlformats.org/officeDocument/2006/relationships/slide" Target="/ppt/slides/slide1.xml" Id="Reb4a308493b74886" /><Relationship Type="http://schemas.openxmlformats.org/officeDocument/2006/relationships/slide" Target="/ppt/slides/slide2.xml" Id="Re759d5accd47450b" /><Relationship Type="http://schemas.openxmlformats.org/officeDocument/2006/relationships/slide" Target="/ppt/slides/slide3.xml" Id="R1cfc8bbc469449ed" /><Relationship Type="http://schemas.openxmlformats.org/officeDocument/2006/relationships/slide" Target="/ppt/slides/slide4.xml" Id="R09f5fca884f143e5" /><Relationship Type="http://schemas.openxmlformats.org/officeDocument/2006/relationships/slide" Target="/ppt/slides/slide5.xml" Id="Rfb28452e1d594b64" /><Relationship Type="http://schemas.openxmlformats.org/officeDocument/2006/relationships/slide" Target="/ppt/slides/slide6.xml" Id="Rc685097e94bb4428" /><Relationship Type="http://schemas.openxmlformats.org/officeDocument/2006/relationships/slide" Target="/ppt/slides/slide7.xml" Id="Rc6ae8e1fafa04cd3" /><Relationship Type="http://schemas.openxmlformats.org/officeDocument/2006/relationships/slide" Target="/ppt/slides/slide8.xml" Id="R355d99cbab714f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cc293b78e643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fa299f4b8c4932" /><Relationship Type="http://schemas.openxmlformats.org/officeDocument/2006/relationships/notesMaster" Target="/ppt/notesMasters/notesMaster1.xml" Id="R7ce9601d33ae44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b3e254bbf5494c" /><Relationship Type="http://schemas.openxmlformats.org/officeDocument/2006/relationships/notesMaster" Target="/ppt/notesMasters/notesMaster1.xml" Id="Ra46b3174b7f24c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2c646093684328" /><Relationship Type="http://schemas.openxmlformats.org/officeDocument/2006/relationships/notesMaster" Target="/ppt/notesMasters/notesMaster1.xml" Id="Rd1ce738f4b4e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637c62b0d648fd" /><Relationship Type="http://schemas.openxmlformats.org/officeDocument/2006/relationships/notesMaster" Target="/ppt/notesMasters/notesMaster1.xml" Id="R7353bba2878a47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21459654ac4272" /><Relationship Type="http://schemas.openxmlformats.org/officeDocument/2006/relationships/notesMaster" Target="/ppt/notesMasters/notesMaster1.xml" Id="R7687224e070744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ae53ea02374209" /><Relationship Type="http://schemas.openxmlformats.org/officeDocument/2006/relationships/notesMaster" Target="/ppt/notesMasters/notesMaster1.xml" Id="R1702f1fd97db47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014ffe2e3404e" /><Relationship Type="http://schemas.openxmlformats.org/officeDocument/2006/relationships/notesMaster" Target="/ppt/notesMasters/notesMaster1.xml" Id="Rb628bc2a9be84d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d44b9ede0344f8" /><Relationship Type="http://schemas.openxmlformats.org/officeDocument/2006/relationships/notesMaster" Target="/ppt/notesMasters/notesMaster1.xml" Id="R2a5448dc79284b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АО «Костанайские минералы». QOSTANAI AI INDUSTRY HACKATHON 2026. Источник: readme.md. Демонстрационные данные синтетические.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и обязательный сценарий: readme.md, plans.md R01–R08. Не заявлять доказанную экономию без производственного измерения.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Согласованный MVP: docs/superpowers/plans/2026-10-08-mvp-finalization.md. Голос не отправляет отчёт автоматически. Физические телефоны и мобильные замеры отложены.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подготовленных результата помечены как демонстрационные, is_mock=true; модель при подготовке не вызывается. Они показывают сценарии продукта, не доказывают точность ИИ. Живой ИИ анализирует заявку, отчёт и фотографии до/после в общем бюджете $10. Источник: docs/MVP-finalization-verification.md.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Реализация T08: analytics API; временные интервалы [start,end), timezone предприятия. После интеграции вставьте демонстрацию настоящего отчёта, не выдумывайте показатели.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plans.md C6 и утверждённый scope T08. Для Q/T используются финальные принятые отчёты; сравнение внутри специальности и типа работ. Без закрытых работ итог не рассчитывается. Не выдавать null за ноль.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plans.md C6, docs/T09-data.md. 500 синтетических нарядов за три месяца. Корреляция не доказывает причину или вину исполнителя. Эталон expected_anomalies используется тестами, не runtime.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Фактические результаты и commit SHA: docs/MVP-finalization-verification.md. Демонстрационный стенд использует синтетические данные. Quick Tunnel требует включённого компьютера. Цели ≤60с/≤6 действий, события≤5с, фото≤10с ещё не измерены на физических телефонах.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6889f39ef49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d3c4bd2084a25" /><Relationship Type="http://schemas.openxmlformats.org/officeDocument/2006/relationships/slideLayout" Target="/ppt/slideLayouts/slideLayout1.xml" Id="Rb16cf9ac845f49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6cf9ac845f49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356081fe248ef" /><Relationship Type="http://schemas.openxmlformats.org/officeDocument/2006/relationships/notesSlide" Target="/ppt/notesSlides/notesSlide1.xml" Id="R9b27bf91f593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824c40aea4511" /><Relationship Type="http://schemas.openxmlformats.org/officeDocument/2006/relationships/notesSlide" Target="/ppt/notesSlides/notesSlide2.xml" Id="Rdf9024d5fd90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7767293ae442f" /><Relationship Type="http://schemas.openxmlformats.org/officeDocument/2006/relationships/notesSlide" Target="/ppt/notesSlides/notesSlide3.xml" Id="Rf30a8cc1d4f743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f72493964b56" /><Relationship Type="http://schemas.openxmlformats.org/officeDocument/2006/relationships/notesSlide" Target="/ppt/notesSlides/notesSlide4.xml" Id="Rc482f49be64f48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15d451ee64b7e" /><Relationship Type="http://schemas.openxmlformats.org/officeDocument/2006/relationships/notesSlide" Target="/ppt/notesSlides/notesSlide5.xml" Id="R18d49d82f9c6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9fa0cb1694a32" /><Relationship Type="http://schemas.openxmlformats.org/officeDocument/2006/relationships/notesSlide" Target="/ppt/notesSlides/notesSlide6.xml" Id="Rf329f6a4ebdb41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ba5d90b6b4e14" /><Relationship Type="http://schemas.openxmlformats.org/officeDocument/2006/relationships/notesSlide" Target="/ppt/notesSlides/notesSlide7.xml" Id="R2b37d4a8ed9549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ab13cccb9447c" /><Relationship Type="http://schemas.openxmlformats.org/officeDocument/2006/relationships/notesSlide" Target="/ppt/notesSlides/notesSlide8.xml" Id="Ra977973a35fe45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17CAB-B23C-4DE4-AB12-9D253F29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НарядAI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36F7F-5D68-497A-BA75-E8560634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6203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264A54"/>
                </a:solidFill>
                <a:latin typeface="Arial"/>
                <a:ea typeface="Arial"/>
                <a:cs typeface="Arial"/>
              </a:rPr>
              <a:t>Мобильные ремонтные наряды</a:t>
            </a:r>
          </a:p>
          <a:p xmlns:a="http://schemas.openxmlformats.org/drawingml/2006/main">
            <a:pPr>
              <a:buNone/>
              <a:defRPr sz="27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700">
                <a:solidFill>
                  <a:srgbClr val="264A54"/>
                </a:solidFill>
                <a:latin typeface="Arial"/>
                <a:ea typeface="Arial"/>
                <a:cs typeface="Arial"/>
              </a:rPr>
              <a:t>с доказательствами выполнения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44F53-0959-4B6C-AE59-B5C7576D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3345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6C1C4-1D51-488A-89BF-B922468B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Одна карточка ремонта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6052D-BA23-4C8F-A5A7-42266486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Мастер видит очередь и назначает исполнителя.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Исполнитель сохраняет работы, материалы и фотографии.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История показывает каждый переход и его автора.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A5668-E621-4235-AAE6-D048554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7266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FC96C-57BA-488F-AB0F-E6582B74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Работа в PWA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660AD-18E0-4A4E-B34B-4F3A3F90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Русский и казахский интерфейс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Голосовой ввод на русском с проверкой текста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Telegram со ссылкой на наряд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Обязательные фото до и после по шаблону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Приёмка и история решений мастера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6648C-5813-4C76-B071-FC6A4D59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37459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BD5FC-1D2A-4B3F-A56C-89F68B13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Подготовленные примеры и живой 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4AD0A-3708-4E72-A188-ACDB038B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Демо: работа соответствует заданию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Демо: требуется доработка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Демо: недостаточно доказательств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Новые отчёты проверяет настоящая модель.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Окончательное решение принимает мастер.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E5942-B626-4F96-8625-219DF8D1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9113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D207B-006D-45A3-A502-6EE3D4EC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Итоги смены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FC4F5-AE88-4DB9-A7EA-43353D0C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Выданные, исполненные и закрытые считаются отдельно.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История сохраняет просрочку после приёмки.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Пересекающиеся простои оборудования объединяются.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Фильтры ограничивают период и разрешённые объекты.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0F0F0-1072-4FF1-A269-1FA21FC2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9916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1C081-EE6B-4637-B164-8FE891D8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Прозрачный рейтинг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713C9-0213-4140-830E-5DE1C1F3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Q: оценка мастера, вес 0,50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T: своевременная сдача, вес 0,25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R: подтверждённое качество, вес 0,15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V: нормативная загрузка, вес 0,10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R и V пока «нет данных». Доступные веса нормируются.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8C1B6-CE12-4931-862A-71E10B81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80344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CE92-D58C-4CDB-8F06-6A17E59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Закономерности в истории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95BE3-7478-4185-AFC1-5DA2560D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Повтор одного шифра на оборудовании за 7 дней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Авария после принятой плановой работы за 48 часов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Расход материала выше сопоставимой нормы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У каждого сигнала есть числа и ссылки на наряды.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9B9C8-24BC-40DB-B585-31D7865C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10815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00798-E175-4C24-9C4E-37F89F55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74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830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038"/>
                </a:solidFill>
                <a:latin typeface="Arial"/>
                <a:ea typeface="Arial"/>
                <a:cs typeface="Arial"/>
              </a:rPr>
              <a:t>Границы демонстрационного релиза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4C7A6-2A94-4676-81A6-F1288C27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20375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Автопроверки: права, переходы и сохранность данных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Живой ИИ и русский Whisper на HTTPS-стенде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Общий лимит ИИ: $10 с сохранением расходов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Мобильная приёмка и замеры отложены.</a:t>
            </a:r>
          </a:p>
          <a:p xmlns:a="http://schemas.openxmlformats.org/drawingml/2006/main">
            <a:pPr>
              <a:buNone/>
              <a:defRPr sz="2400">
                <a:solidFill>
                  <a:srgbClr val="264A54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264A54"/>
                </a:solidFill>
                <a:latin typeface="Arial"/>
                <a:ea typeface="Arial"/>
                <a:cs typeface="Arial"/>
              </a:rPr>
              <a:t>Точность фотопроверки на производстве не измерена.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5E3DF-B802-4637-80FB-9C12026B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E86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67E8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4264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2026-10-08T15:40:52.9040000Z</dcterms:created>
  <dcterms:modified xsi:type="dcterms:W3CDTF">2026-10-08T15:40:52.9040000Z</dcterms:modified>
</coreProperties>
</file>